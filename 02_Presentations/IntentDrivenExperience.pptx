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13" d="100"/>
          <a:sy n="113" d="100"/>
        </p:scale>
        <p:origin x="71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3F046-C0A7-ED8F-DBAC-8E98EB945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2E9ED-0349-5A62-7308-5FA3CB13D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57E1E-A89E-464D-077A-BBE618E4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3E4C-62A5-2848-968B-6353620C3BDD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9ED82-818D-4059-991C-71EC77A98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CA54E-F701-DE4E-6297-78F9C365B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6DBC-BEDA-CC4F-94F6-24CC05862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99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D3C4A-3F26-67AE-E546-FEE79DEA0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173C9-8054-E3AF-8A6C-389BDECE4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211CF-AE5C-02B0-D978-AF1DEB3C0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3E4C-62A5-2848-968B-6353620C3BDD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29519-539B-B9C4-1192-990C25607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5E2C6-1CF7-6AA6-1AD0-3792906B8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6DBC-BEDA-CC4F-94F6-24CC05862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64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3CEE7-30DA-1B97-9CA0-2CFD8FA6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E45A5-4DBA-D6C3-FF14-0BA73A976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5D71B-AD98-85FE-DFA8-1ECC9D50B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3E4C-62A5-2848-968B-6353620C3BDD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C7370-6850-989F-C3E9-1A1769EB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F6516-9159-B66E-8C7E-E6C08E25C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6DBC-BEDA-CC4F-94F6-24CC05862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3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8E05-ABAE-721F-0708-8457520B5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8E706-3B1C-4CBC-4462-0F685CC5AE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912C0-04B8-6592-2350-6521B5C75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34050-97E7-298B-744D-1446AB4AC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3E4C-62A5-2848-968B-6353620C3BDD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13E0A-8CD7-735E-A524-37CFC772F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30B4C-8303-04C7-0564-A065EAAB4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6DBC-BEDA-CC4F-94F6-24CC05862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71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A5B44-3B18-B22B-8E44-CD1136344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EF4F0-2BBB-32AA-9A0F-F4876B00A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7697A-2A84-5D0F-B8ED-F6321C8B8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76AC6B-BCA2-165C-BF36-E75D6E555E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DF1189-1E89-76D4-D718-EFE93D925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DF333D-0062-ED67-AC21-C26DD8112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3E4C-62A5-2848-968B-6353620C3BDD}" type="datetimeFigureOut">
              <a:rPr lang="en-US" smtClean="0"/>
              <a:t>3/15/26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B01A14-DE61-E4E6-5975-57D2F9D24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41CA63-537A-36D8-3A03-4BA7ABF14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6DBC-BEDA-CC4F-94F6-24CC05862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15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3148A-F9A0-D47B-CD0F-15531D1F3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EFAE4-4996-9184-BBD7-EA49215AC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3E4C-62A5-2848-968B-6353620C3BDD}" type="datetimeFigureOut">
              <a:rPr lang="en-US" smtClean="0"/>
              <a:t>3/15/26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01591-4BC5-7396-98CA-321A069E3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15AEF0-A7AB-6811-8A39-A3DB5EC0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6DBC-BEDA-CC4F-94F6-24CC05862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550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0B8304-5C3E-C354-BCEB-F88B7E443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3E4C-62A5-2848-968B-6353620C3BDD}" type="datetimeFigureOut">
              <a:rPr lang="en-US" smtClean="0"/>
              <a:t>3/15/26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7FFC0B-84D5-4166-729C-F65E9DDA2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FEDB4-4C3D-A2A3-94E0-FA76FEBD9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6DBC-BEDA-CC4F-94F6-24CC05862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03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DAC1A-8A6A-2365-866E-4A8853754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D1811-DD47-D8FE-77EE-D9F65C134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2944A-8D02-CC6B-FA57-03313F549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BD8EA-EEF4-EB9E-ACA3-5F883D929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3E4C-62A5-2848-968B-6353620C3BDD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FDAE6-5861-79AE-05DA-2B343FF56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F33B1-3860-2352-2889-FC1F841BB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6DBC-BEDA-CC4F-94F6-24CC05862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49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890C6-CD9C-ACB8-3EA4-D6386AF0F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611A86-8A86-3773-D3CA-02B0F7466B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74CAD-2100-0B80-1714-E2CB8E478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8014F-8D92-18D3-D633-0DC0C7FBB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3E4C-62A5-2848-968B-6353620C3BDD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152B9-DBE0-B5C8-A903-42A4BB32E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0E554-8AE6-11FD-5964-D7693D491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6DBC-BEDA-CC4F-94F6-24CC05862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068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B88AE-AD54-B9B2-2D66-1F240EFC5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68F57C-814F-0D52-F36B-260A0D774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B076A-1AFA-FA2C-85A5-1AE640A08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3E4C-62A5-2848-968B-6353620C3BDD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0FC69-4E49-B6E8-2148-014EA131A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4FC8A-F0F9-F76B-54E2-729441D3F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6DBC-BEDA-CC4F-94F6-24CC05862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47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2CE376-A76C-A746-B41F-A984E0C68A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14163E-5C74-E1E7-6E22-EA6028528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F7D48-2D78-CD11-5287-C1CBB04AC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63E4C-62A5-2848-968B-6353620C3BDD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2A2C8-6173-EB65-1D08-D59DD3E5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0D28A-447D-3E05-47A7-6D46802E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6DBC-BEDA-CC4F-94F6-24CC05862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97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D2668C-0451-64F1-1B2A-39EBAA347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62258-1C86-0A2D-1B26-3C8D4BD1A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E9DDF-B50D-977E-6B2B-079B07149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63E4C-62A5-2848-968B-6353620C3BDD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0F840-7CF1-4493-C98C-7209640CA2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186A9-9E33-DB14-A6FA-7CB0DBC73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216DBC-BEDA-CC4F-94F6-24CC05862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734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4D676038-D637-516A-E5A3-37078530C6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53379" y="643466"/>
            <a:ext cx="728524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966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223C8D-95D0-712D-5D4F-B4D0DBDC3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7F748D2-233C-A832-8380-E950EB7020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30202" y="643466"/>
            <a:ext cx="653159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643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ECCA461-2BFB-1CDA-FFF3-980E0C83A4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60593" y="643466"/>
            <a:ext cx="947081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298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0473DB3-033D-75F8-2DC3-F7239C8325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78255" y="643466"/>
            <a:ext cx="823549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200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71362C-115A-319C-5778-17DE04CD4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786C9669-EB3C-ACC6-8DCC-9F5C5A894E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361" y="643466"/>
            <a:ext cx="996927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45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 Chamarthi</dc:creator>
  <cp:lastModifiedBy>Srinivas Chamarthi</cp:lastModifiedBy>
  <cp:revision>1</cp:revision>
  <dcterms:created xsi:type="dcterms:W3CDTF">2026-03-16T01:44:14Z</dcterms:created>
  <dcterms:modified xsi:type="dcterms:W3CDTF">2026-03-16T01:53:01Z</dcterms:modified>
</cp:coreProperties>
</file>